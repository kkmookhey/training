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5270"/>
  </p:normalViewPr>
  <p:slideViewPr>
    <p:cSldViewPr snapToGrid="0" snapToObjects="1">
      <p:cViewPr varScale="1">
        <p:scale>
          <a:sx n="71" d="100"/>
          <a:sy n="71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83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4956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M4 · ~60 MIN · STATIC AUDIT · NO MODEL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4038600"/>
            <a:ext cx="16796004" cy="240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965"/>
              </a:lnSpc>
              <a:buNone/>
            </a:pPr>
            <a:r>
              <a:rPr lang="en-US" sz="11250" b="1" kern="0" spc="1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SUPPLY </a:t>
            </a:r>
            <a:r>
              <a:rPr lang="en-US" sz="11250" b="1" kern="0" spc="113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990600" y="6734175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artifact · OWASP LLM04 / LLM03 — the attack that runs before inference does.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· THE ODD ONE OUT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99516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399979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UNDERNEATH THE STACK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8225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3503340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74356" y="5722144"/>
            <a:ext cx="2387947" cy="95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74356" y="4683919"/>
            <a:ext cx="2387947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74356" y="4683919"/>
            <a:ext cx="9525" cy="10477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52778" y="4683919"/>
            <a:ext cx="9525" cy="10477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79761" y="4922044"/>
            <a:ext cx="19771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15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YOU ARE HERE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979761" y="5188744"/>
            <a:ext cx="19771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26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95653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66669" y="4683919"/>
            <a:ext cx="2379464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14294" y="4922044"/>
            <a:ext cx="228421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079483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50499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98124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1863239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134255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181880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4646994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918010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965635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990600" y="6226969"/>
            <a:ext cx="17287875" cy="5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so far attacked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runtime.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real AI risk is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 the artifacts you downloaded.</a:t>
            </a:r>
            <a:endParaRPr lang="en-US" sz="25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178969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PREMISE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798094"/>
            <a:ext cx="16796004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A MODEL IS </a:t>
            </a:r>
            <a:r>
              <a:rPr lang="en-US" sz="82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UNTRUSTED CODE.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990600" y="6103144"/>
            <a:ext cx="172878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07689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FIELD RECORD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481709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75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HUB AS A DISTRIBUTION CHANNEL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90600" y="3428479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618979"/>
            <a:ext cx="51795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35725" y="3618979"/>
            <a:ext cx="107781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SHOWED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019029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4295254"/>
            <a:ext cx="51795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JFrog </a:t>
            </a:r>
            <a:r>
              <a:rPr lang="en-US" sz="1875" b="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4019029"/>
            <a:ext cx="108711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35725" y="4295254"/>
            <a:ext cx="1077818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on Hugging Face capable of arbitrary code execution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5219179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0150" y="5495404"/>
            <a:ext cx="51795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nullifAI </a:t>
            </a:r>
            <a:r>
              <a:rPr lang="en-US" sz="1875" b="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ReversingLabs, Feb 2025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426175" y="5219179"/>
            <a:ext cx="108711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35725" y="5495404"/>
            <a:ext cx="1077818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pickles that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evade Hugging Face’s PickleScan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payload was a platform-aware reverse shell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6419329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6695554"/>
            <a:ext cx="51795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postmark-mcp </a:t>
            </a:r>
            <a:r>
              <a:rPr lang="en-US" sz="1875" b="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2025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426175" y="6419329"/>
            <a:ext cx="108711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35725" y="6695554"/>
            <a:ext cx="1077818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confirmed malicious MCP server on npm — same story, different registry</a:t>
            </a:r>
            <a:endParaRPr lang="en-US" sz="187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8595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TODAY’S EXERCISE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9076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ARE THE AUDITOR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3426098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artifacts and one dependency list. Judge them.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150444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0150" y="4340944"/>
            <a:ext cx="90742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17001" y="4340944"/>
            <a:ext cx="68835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CLAIMS TO BE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4740994"/>
            <a:ext cx="92168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998169"/>
            <a:ext cx="9074257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labs/m4/artifacts/community_model.pkl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207451" y="4740994"/>
            <a:ext cx="708994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17001" y="4998169"/>
            <a:ext cx="6883547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 model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5581576"/>
            <a:ext cx="92168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0150" y="5838751"/>
            <a:ext cx="9074257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labs/m4/artifacts/embedding_model.safetensors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207451" y="5581576"/>
            <a:ext cx="708994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17001" y="5838751"/>
            <a:ext cx="6883547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model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90600" y="6422157"/>
            <a:ext cx="92168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0150" y="6679332"/>
            <a:ext cx="9074257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labs/m4/requirements-vulnerable.txt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207451" y="6422157"/>
            <a:ext cx="708994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17001" y="6679332"/>
            <a:ext cx="6883547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dependencies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90600" y="7548488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these runs code the instant it is loaded.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266504"/>
            <a:ext cx="245173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71316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PICKLE STORES A PROGRAM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90600" y="3783806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Python’s built-in object serialization. Unpickling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format includes opcodes that import and call functions.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474815"/>
            <a:ext cx="16306800" cy="2631207"/>
          </a:xfrm>
          <a:prstGeom prst="roundRect">
            <a:avLst>
              <a:gd name="adj" fmla="val 289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4941540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4660553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4660553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4660553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4617690"/>
            <a:ext cx="21688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make_poisoned_pickle.py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198715"/>
            <a:ext cx="16204883" cy="168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_Poisoned: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__reduce__(self):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(os.system, ("echo eiger-m4-rce",))</a:t>
            </a:r>
          </a:p>
          <a:p>
            <a:endParaRPr lang="en-US" sz="1575" dirty="0">
              <a:solidFill>
                <a:srgbClr val="C8C8C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out.write_bytes(pickle.dumps(_Poisoned(), protocol=4))   # → community_model.pkl</a:t>
            </a: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47330"/>
            <a:ext cx="245173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ASYMMETRY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45214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MERELY LOADING IT IS GAME OVER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4530328"/>
            <a:ext cx="16306800" cy="1389683"/>
          </a:xfrm>
          <a:prstGeom prst="roundRect">
            <a:avLst>
              <a:gd name="adj" fmla="val 548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99705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716066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716066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716066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4673203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load.py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5254228"/>
            <a:ext cx="1620488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424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pickle.load(f)      # -&gt;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__reduce__ fires -&gt; os.system(...) runs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6243861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inference. No prompt. No model ever executed.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loaded — that was enough.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real attack that echo is a reverse shell.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688678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TABLE TO KEEP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093491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 IS EVERYWHERE IN ML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3228826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419326"/>
            <a:ext cx="68834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90024" y="3419326"/>
            <a:ext cx="90743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 UNDER THE HOOD?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3819376"/>
            <a:ext cx="708987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4057501"/>
            <a:ext cx="6883470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.pkl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.pickle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8080474" y="3819376"/>
            <a:ext cx="92169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90024" y="4057501"/>
            <a:ext cx="9074334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obviously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90600" y="4657055"/>
            <a:ext cx="7089874" cy="837679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90600" y="4657055"/>
            <a:ext cx="708987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0150" y="4895180"/>
            <a:ext cx="6883470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.pt</a:t>
            </a:r>
            <a:r>
              <a:rPr lang="en-US" sz="2025" b="1" dirty="0">
                <a:solidFill>
                  <a:srgbClr val="FFFFFF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.pth </a:t>
            </a:r>
            <a:r>
              <a:rPr lang="en-US" sz="2025" b="1" dirty="0">
                <a:solidFill>
                  <a:srgbClr val="FFFFFF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(PyTorch)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080474" y="4657055"/>
            <a:ext cx="9216926" cy="837679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80474" y="4657055"/>
            <a:ext cx="92169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90024" y="4895180"/>
            <a:ext cx="9074334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</a:t>
            </a:r>
            <a:r>
              <a:rPr lang="en-US" sz="2025" dirty="0">
                <a:solidFill>
                  <a:srgbClr val="C8C8C8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torch.save used pickle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90600" y="5494734"/>
            <a:ext cx="708987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0150" y="5732859"/>
            <a:ext cx="6883470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(scikit-learn)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8080474" y="5494734"/>
            <a:ext cx="92169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90024" y="5732859"/>
            <a:ext cx="9074334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90600" y="6332413"/>
            <a:ext cx="708987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0150" y="6570538"/>
            <a:ext cx="6883470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.npy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allow_pickle=True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8080474" y="6332413"/>
            <a:ext cx="92169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90024" y="6570538"/>
            <a:ext cx="9074334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90600" y="7170093"/>
            <a:ext cx="7089874" cy="837679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0600" y="7170093"/>
            <a:ext cx="708987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00150" y="7408218"/>
            <a:ext cx="6883470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.safetensors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080474" y="7170093"/>
            <a:ext cx="9216926" cy="837679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80474" y="7170093"/>
            <a:ext cx="92169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90024" y="7408218"/>
            <a:ext cx="9074334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202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by design</a:t>
            </a:r>
            <a:endParaRPr lang="en-US" sz="2025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942430"/>
            <a:ext cx="264033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347243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GUARDS, IN THE RIGHT ORDER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3356893"/>
            <a:ext cx="16306800" cy="3668018"/>
          </a:xfrm>
          <a:prstGeom prst="roundRect">
            <a:avLst>
              <a:gd name="adj" fmla="val 2077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3823618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3542630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3542630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3542630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3499768"/>
            <a:ext cx="1885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halcyon/artifacts.py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080793"/>
            <a:ext cx="16204883" cy="2725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load_artifact(path, settings):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settings.sec_artifact_verification:                  </a:t>
            </a: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SECURE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Path(path).suffix != ".safetensors":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ArtifactError("refused: only .safetensors permitted")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sha256_file(path) not in ALLOWED_HASHES: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ArtifactError("refused: not in pinned allowlist")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Path(path).read_bytes()                      </a:t>
            </a: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unpickles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open(path, "rb") as f:                             </a:t>
            </a: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pickle.load(f)                               </a:t>
            </a: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RCE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7348761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allowlist first, then hash pinning. The secure branch never calls pickle at all — not a safer unpickle,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unpickle.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2255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 SCOPING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21659" y="3098715"/>
            <a:ext cx="1793748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PROVE IT WITHOUT RUNNING IT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90600" y="4151337"/>
            <a:ext cx="17811750" cy="502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9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SEC_ARTIFACT_VERIFICATION gates only load_artifact — the one code path that actually unpickles.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5411317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prove the finding statically, from the bytecode. You never load the file.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2194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SCANNER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726754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BYTECODE. NEVER EXECUTE IT.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90600" y="3759250"/>
            <a:ext cx="17811750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halcyon.scan_artifact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the pickle with </a:t>
            </a:r>
            <a:r>
              <a:rPr lang="en-US" sz="21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pickletools.genops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unpickles.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493121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0150" y="4683621"/>
            <a:ext cx="9378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12425" y="4683621"/>
            <a:ext cx="65791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5083671"/>
            <a:ext cx="95122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5359896"/>
            <a:ext cx="9378543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STACK_GLOBAL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502875" y="5083671"/>
            <a:ext cx="67944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12425" y="5359896"/>
            <a:ext cx="6579184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importing something dangerous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5962352"/>
            <a:ext cx="95122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0150" y="6238577"/>
            <a:ext cx="9378543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502875" y="5962352"/>
            <a:ext cx="67944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12425" y="6238577"/>
            <a:ext cx="6579184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opcode that actually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90600" y="7126784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vs execute — the same distinction that makes safetensors safe, and a transferable principle for any deserialization audit.</a:t>
            </a:r>
            <a:endParaRPr lang="en-US" sz="1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72370"/>
            <a:ext cx="433768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OUTPUT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577182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SCANNER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3723977"/>
            <a:ext cx="16306800" cy="3070920"/>
          </a:xfrm>
          <a:prstGeom prst="roundRect">
            <a:avLst>
              <a:gd name="adj" fmla="val 2481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190702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390971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390971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390971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3866852"/>
            <a:ext cx="762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447877"/>
            <a:ext cx="16204883" cy="212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community_model.pkl      sha256=22e1a204…5971b66   MALICIOUS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 STACK_GLOBAL -&gt; os system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 REDUCE (callable invocation)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embedding_model.safetensors  sha256=…              clean</a:t>
            </a:r>
          </a:p>
          <a:p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(not a valid pickle stream: …)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7118747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safetensors file is clean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 even a parseable pickle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that is the teaching point, not a scanner failure.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4356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SAFETY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48372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SAFETENSORS IS SAFE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4320853"/>
            <a:ext cx="17811750" cy="502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9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safetensors file is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JSON header of shapes and dtypes, plus raw tensor bytes.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5071170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callable. No import. No code path. Loading it cannot execute anything. That is the entire reason the format exists.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0600" y="7043291"/>
            <a:ext cx="161925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5814566"/>
            <a:ext cx="161925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5814566"/>
            <a:ext cx="38100" cy="12382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173575" y="5814566"/>
            <a:ext cx="9525" cy="123825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6090791"/>
            <a:ext cx="1700498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6390829"/>
            <a:ext cx="1700498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 is a program. Safetensors is data. There is no opcode to abuse because there are no opcodes.</a:t>
            </a:r>
            <a:endParaRPr lang="en-US" sz="20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24163"/>
            <a:ext cx="301801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LAB / BREAK IT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886646" y="2807494"/>
            <a:ext cx="1531665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000946" y="2855119"/>
            <a:ext cx="13792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AUDIT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3245644"/>
            <a:ext cx="1793748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75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IT AND SUBMIT YOUR FINDINGS</a:t>
            </a:r>
            <a:endParaRPr lang="en-US" sz="4950" dirty="0"/>
          </a:p>
        </p:txBody>
      </p:sp>
      <p:sp>
        <p:nvSpPr>
          <p:cNvPr id="6" name="Shape 4"/>
          <p:cNvSpPr/>
          <p:nvPr/>
        </p:nvSpPr>
        <p:spPr>
          <a:xfrm>
            <a:off x="990600" y="4135264"/>
            <a:ext cx="16306800" cy="1609725"/>
          </a:xfrm>
          <a:prstGeom prst="roundRect">
            <a:avLst>
              <a:gd name="adj" fmla="val 4734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4601989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4321001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4321001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4321001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4278139"/>
            <a:ext cx="1019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4859164"/>
            <a:ext cx="1620488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/submit/m4  {finding_type: "malicious_artifact",     value: "&lt;sha256&gt;"}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/submit/m4  {finding_type: "vulnerable_dependency",  value: "PyYAML==5.3.1"}</a:t>
            </a:r>
          </a:p>
        </p:txBody>
      </p:sp>
      <p:sp>
        <p:nvSpPr>
          <p:cNvPr id="13" name="Text 11"/>
          <p:cNvSpPr/>
          <p:nvPr/>
        </p:nvSpPr>
        <p:spPr>
          <a:xfrm>
            <a:off x="990600" y="6068839"/>
            <a:ext cx="16678275" cy="85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the poisoned artifact’s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malicious_artifact_identified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Stretch: the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pin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vulnerable_dependency_identified</a:t>
            </a:r>
            <a:endParaRPr lang="en-US" sz="21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733005"/>
            <a:ext cx="35833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DEPENDENCY HALF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137818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VULNERABLE DEPENDENCY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4216003"/>
            <a:ext cx="16306800" cy="2018258"/>
          </a:xfrm>
          <a:prstGeom prst="roundRect">
            <a:avLst>
              <a:gd name="adj" fmla="val 377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682728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401741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401741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401741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4358878"/>
            <a:ext cx="33004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labs/m4/requirements-vulnerable.txt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939903"/>
            <a:ext cx="16204883" cy="10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labs/m4/requirements-vulnerable.txt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numpy==1.26.4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PyYAML==5.3.1      ← CVE-2020-14343: yaml.load() → arbitrary code execution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requests==2.31.0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6558111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Pinning for reproducibility can pin you to a known-vulnerable version.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2799011"/>
            <a:ext cx="179374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663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DEMO / WATCH ONLY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3413373"/>
            <a:ext cx="16796004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526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LOADER, BOTH WAYS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990600" y="5981254"/>
            <a:ext cx="14716125" cy="954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loader → </a:t>
            </a:r>
            <a:r>
              <a:rPr lang="en-US" sz="25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eiger-m4-rce </a:t>
            </a: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from </a:t>
            </a:r>
            <a:r>
              <a:rPr lang="en-US" sz="255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a file. </a:t>
            </a: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loader → refused on format, before any deserialization.</a:t>
            </a:r>
            <a:endParaRPr lang="en-US" sz="2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0655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IT · DEMO, NOT GRADED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811363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LOADER DIFF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401530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4205808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53550" y="4205808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605858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4882083"/>
            <a:ext cx="7978902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file → </a:t>
            </a: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pickle.load()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0" y="4605858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53550" y="4882083"/>
            <a:ext cx="7978902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allowlist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.safetensors only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90600" y="5506864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0150" y="5783089"/>
            <a:ext cx="7978902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__reduce__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→ </a:t>
            </a: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os.system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0" y="5506864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53550" y="5783089"/>
            <a:ext cx="7978902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 must be in a pinned allowlist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90600" y="6407869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6684094"/>
            <a:ext cx="7978902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from “loading a model”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0" y="6407869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3550" y="6684094"/>
            <a:ext cx="7978902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</a:t>
            </a:r>
            <a:r>
              <a:rPr lang="en-US" sz="19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byte is deserialized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93801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 BEAT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342829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BREAK THE FIX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546774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07306" y="4546774"/>
            <a:ext cx="8706148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it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does anything trust the </a:t>
            </a:r>
            <a:r>
              <a:rPr lang="en-US" sz="20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the </a:t>
            </a:r>
            <a:r>
              <a:rPr lang="en-US" sz="20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90600" y="5159201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7306" y="5159201"/>
            <a:ext cx="15840179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allowlist is empty by default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0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ALLOWED_HASHES = set()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who populates it, and how do they verify a hash is legitimate?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90600" y="5776392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7306" y="5776392"/>
            <a:ext cx="7059789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TOCTOU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hash checked, then the file re-read from disk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90600" y="6388819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07306" y="6388819"/>
            <a:ext cx="14756986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a different link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tokenizer, config, </a:t>
            </a:r>
            <a:r>
              <a:rPr lang="en-US" sz="20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trust_remote_code=True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a pip dependency instead of the weights</a:t>
            </a:r>
            <a:endParaRPr lang="en-US" sz="20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90760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SCORECARD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312417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HOLDS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3447752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638252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53550" y="3638252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038302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403830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257377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safe formats (safetensors)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144000" y="4038302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0" y="403830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53550" y="4257377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removes the capability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4788396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4788396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0150" y="5007471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Hash-pin and verify artifacts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144000" y="4788396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0" y="4788396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3550" y="5007471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if you trust the first hash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90600" y="553849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0150" y="5757565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scanning before load (picklescan, modelscan)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144000" y="553849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53550" y="5757565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— nullifAI evaded exactly this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6288584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0600" y="6288584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00150" y="6507659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Lockfile CVE audit in CI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144000" y="6288584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6288584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53550" y="6507659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for the dependency half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90600" y="7038677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00150" y="7257752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only download from reputable hubs”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9144000" y="7038677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53550" y="7257752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hubs are the delivery channel</a:t>
            </a:r>
            <a:endParaRPr lang="en-US" sz="1875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0035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LESSON TO NAME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419475"/>
            <a:ext cx="16796004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9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IS A </a:t>
            </a:r>
            <a:r>
              <a:rPr lang="en-US" sz="97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DEPENDENCY.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990600" y="6067425"/>
            <a:ext cx="1618773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weights, tokenizers and configs exactly like third-party code: pin them, verify them, scan them, and prefer formats that cannot execute.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2797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THIS BACK TO WORK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732782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MONDAY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3936727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07306" y="3936727"/>
            <a:ext cx="9034224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your model artifacts.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pickle-based?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(.pt / .pth count.)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90600" y="454915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7306" y="4549155"/>
            <a:ext cx="7185027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to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safetensors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wherever the framework supports it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90600" y="5161583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7306" y="5161583"/>
            <a:ext cx="10137882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Hash-pin weights; verify on load — </a:t>
            </a:r>
            <a:r>
              <a:rPr lang="en-US" sz="20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torch.load(..., weights_only=True)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90600" y="5778773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07306" y="5778773"/>
            <a:ext cx="922822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artifacts on ingest (picklescan / modelscan) — knowing it is evadable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90600" y="6386438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07306" y="6386438"/>
            <a:ext cx="7252313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for </a:t>
            </a:r>
            <a:r>
              <a:rPr lang="en-US" sz="20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trust_remote_code=True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justify every hit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90600" y="7003628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07306" y="7003628"/>
            <a:ext cx="5899405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lockfile against a CVE database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CI</a:t>
            </a:r>
            <a:endParaRPr lang="en-US" sz="2025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21605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20863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5019229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3790504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3790504"/>
            <a:ext cx="38100" cy="12382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287875" y="3790504"/>
            <a:ext cx="9525" cy="123825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09700" y="4104829"/>
            <a:ext cx="1704689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9700" y="4385816"/>
            <a:ext cx="170468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Basecamp → </a:t>
            </a:r>
            <a:r>
              <a:rPr lang="en-US" sz="22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supply chain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5390704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MUST-READS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5747891"/>
            <a:ext cx="179374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ReversingLabs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nullifAI: malicious ML models evading PickleScan (Feb 2025) ·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JFrog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100+ code-executing models on Hugging Face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391721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6748909"/>
            <a:ext cx="16796004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safetensors format spec · picklescan · modelscan · CVE-2020-14343 (PyYAML) · OWASP LLM03 Supply Chain · LLM04 Data and Model Poisoning · Python docs, pickle: “never unpickle data from an untrusted source”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797980" y="9498806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· ML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1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M4 COMPLETE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79986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88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audited. Day 1 done. Tomorrow the model gets hands.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1548</Words>
  <Application>Microsoft Macintosh PowerPoint</Application>
  <PresentationFormat>Custom</PresentationFormat>
  <Paragraphs>239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3</cp:revision>
  <dcterms:created xsi:type="dcterms:W3CDTF">2026-07-31T03:50:42Z</dcterms:created>
  <dcterms:modified xsi:type="dcterms:W3CDTF">2026-08-20T03:07:47Z</dcterms:modified>
</cp:coreProperties>
</file>